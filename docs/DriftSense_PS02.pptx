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60" r:id="rId6"/>
    <p:sldId id="262" r:id="rId8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Relationship Id="rId1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team can have up to 4 members including the team leader. Add rows if necessary.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{TEAM NAME}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{NAME}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{YEAR}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{NAME}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{YEAR}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{NAME}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{YEAR}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{NAME}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{YEAR}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{COLLEGE NAME}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{+91 XXXXX XXXXX}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{email@example.com}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PS-02 — Navigation-error recovery for wafer inspection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850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283050"/>
            <a:ext cx="8968435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wafer-inspection tool must re-photograph the same microscopic site, but its stage lands roughly a micrometre off target.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die is a printed copy of the same design, so the wrong location looks identical to the right one — the images do not distinguish the candidates.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Given a reference at 1 nm/px and a search image at 10 nm/px, return the reference centre in search pixels; that offset times pixel size is the stage correction.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periodic template on a periodic field yields a lattice of near-identical peaks. Recall is easy; choosing the right peak is the problem.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-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Describe your Idea/Solution</a:t>
            </a:r>
            <a:r>
              <a:rPr lang="en-US" sz="2400" b="1" u="sng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Prototype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stages, escalating: the cheap path runs first, and the expensive tiers are entered only when the evidence says it was not enough.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2100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Pipeline: pose estimation → template construction → ZNCC matched filter (FFT) → peaks with NMS → disambiguation → sub-pixel refinement → calibrated confidence.</a:t>
            </a:r>
            <a:endParaRPr lang="en-US" sz="13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Uniqueness weighting is the core idea. Periodic regions match everywhere, aperiodic ones match in one place, so each tile is scored by its autocorrelation sidelobe — its ambiguity function — and the filter is weighted toward what can localise. +0.080.</a:t>
            </a:r>
            <a:endParaRPr lang="en-US" sz="13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Fourier–Mellin rotation estimation adds +0.086, the largest single gain, closing a 26-point gap on the most-rotated stratum to under two points.</a:t>
            </a:r>
            <a:endParaRPr lang="en-US" sz="13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Upsampled-DFT phase correlation refines to 0.035 px, an 11x error reduction.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Measured on 324 held-out pairs the system had never seen, generated from a seed registered before development began.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3291840" cy="224028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448556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791456"/>
            <a:ext cx="2816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Turns a micrometre-scale navigation error into a sub-nanometre correction: 0.031 px (0.31 nm) median error on data the system has never seen.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answer carries a quality flag, so cases it cannot solve are reported rather than guessed.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453128" y="4210812"/>
            <a:ext cx="3291840" cy="224028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4690872" y="4486961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977079" y="4448556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4690872" y="4791456"/>
            <a:ext cx="2816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Held-out set, 324 unseen pairs: 95.1% at 1 px, 96.3% at 2 px, 97.5% at 4 and 5 px.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Development set: 93.8% at 1 px against a plain-NCC baseline of 75.3%.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382 ms per pair on one CPU core — no GPU, no trained model.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938821" y="4210812"/>
            <a:ext cx="3291840" cy="2240280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77479" y="4486961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43570" y="44485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Gets Wrong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8177479" y="4791456"/>
            <a:ext cx="2816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Accuracy generalised; our confidence measure did not. The holdout accepted two unflagged answers and both were wrong, by 1.49 and 1.66 px.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PSR cannot tell a correct peak from a confident one on a periodic lattice, so thresholds stay untuned.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Commodity-CPU Python, a physics-based synthetic dataset, and reproducibility checks that run from a clean unzip.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85000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3.12 with NumPy, SciPy, OpenCV and scikit-image. No GPU, no training, no model weights — it runs from a clean unzip on a laptop CPU.</a:t>
            </a:r>
            <a:endParaRPr lang="en-US" sz="13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324 stratified pairs through a real SEM chain: edge brightening, PSF blur, Poisson shot noise, read noise and scan artifacts, applied independently per capture.</a:t>
            </a:r>
            <a:endParaRPr lang="en-US" sz="13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Byte-reproducible from seed; the held-out set's tree hashes were registered before generation and reproduced exactly on Windows and macOS.</a:t>
            </a:r>
            <a:endParaRPr lang="en-US" sz="13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588 tests, CI on every push, and a clean-room check that unpacks the archive and runs it with no developer environment present.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0120" y="5193792"/>
            <a:ext cx="10268712" cy="135331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  <p:pic>
        <p:nvPicPr>
          <p:cNvPr id="33" name="Picture 32" descr="ground_truth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7864" y="5303520"/>
            <a:ext cx="2788920" cy="104241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97864" y="638251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Ground truth rebuilt from the search image alone.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4389120" y="53035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Through the 10 nm/px search optic DRAM pitch retains 87–94% of its contrast and FinFET fin pitch only 58–78%: two periodicities, one strongly attenuated. Nyquist is not the binding constraint — contrast is (IRDS 2023 More Moore §5.1).</a:t>
            </a:r>
            <a:endParaRPr lang="en-US" sz="13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RGB bonus: visible light cannot resolve this layout. Incoherent imaging passes nothing above 2·NA/λ, so at NA 0.95 the finest surviving period is 237 nm (blue) to 337 nm (red), against a 72–108 nm fin pitch. Measured, the best channel retains ~6% of the geometry's contrast.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https://github.com/Yashaszz/drift-sense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{PASTE VIDEO LINK - NOT YET RECORDED}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theory the method rests on, and the limits we state rather than hide.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300000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928116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Disambiguation is posed as matched filtering: a tile's autocorrelation is its ambiguity function, so sidelobe height measures positional ambiguity directly.</a:t>
            </a:r>
            <a:endParaRPr lang="en-US" sz="12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Layout dimensions are deliberately relaxed 1.5–5x from production silicon. At real ground rules the lattice reaches the 10 nm/px optic at 45% contrast, and at leading-edge fin pitch at 20% — at or below the shot-noise floor.</a:t>
            </a:r>
            <a:endParaRPr lang="en-US" sz="12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Nyquist is not the binding constraint; contrast is. Every parameter is tagged as cited, partly cited, or a declared assumption.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 key papers, articles, or data sources.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0395" y="4926787"/>
            <a:ext cx="9281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Lewis, J.P. (1995). Fast Normalized Cross-Correlation. Vision Interface.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0395" y="5355641"/>
            <a:ext cx="9281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Reddy &amp; Chatterji (1996). FFT-based translation, rotation and scale-invariant registration. IEEE Trans. Image Processing 5(8).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0395" y="5783580"/>
            <a:ext cx="92811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Guizar-Sicairos, Thurman &amp; Fienup (2008). Efficient subpixel image registration. Optics Letters 33(2).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